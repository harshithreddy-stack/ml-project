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237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9920" y="0"/>
            <a:ext cx="1399032" cy="6858000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18900000">
            <a:off x="9372600" y="914400"/>
            <a:ext cx="731520" cy="310896"/>
          </a:xfrm>
          <a:prstGeom prst="ellipse">
            <a:avLst/>
          </a:prstGeom>
          <a:solidFill>
            <a:srgbClr val="EF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700000">
            <a:off x="10149840" y="1645920"/>
            <a:ext cx="731520" cy="310896"/>
          </a:xfrm>
          <a:prstGeom prst="ellipse">
            <a:avLst/>
          </a:prstGeom>
          <a:solidFill>
            <a:srgbClr val="EF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/>
          <p:cNvSpPr/>
          <p:nvPr/>
        </p:nvSpPr>
        <p:spPr>
          <a:xfrm rot="18900000">
            <a:off x="9281160" y="2377440"/>
            <a:ext cx="731520" cy="310896"/>
          </a:xfrm>
          <a:prstGeom prst="ellipse">
            <a:avLst/>
          </a:prstGeom>
          <a:solidFill>
            <a:srgbClr val="EF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 rot="2700000">
            <a:off x="10101330" y="3114538"/>
            <a:ext cx="731520" cy="310896"/>
          </a:xfrm>
          <a:prstGeom prst="ellipse">
            <a:avLst/>
          </a:prstGeom>
          <a:solidFill>
            <a:srgbClr val="EF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 rot="18900000">
            <a:off x="9326880" y="3840480"/>
            <a:ext cx="731520" cy="310896"/>
          </a:xfrm>
          <a:prstGeom prst="ellipse">
            <a:avLst/>
          </a:prstGeom>
          <a:solidFill>
            <a:srgbClr val="EF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 rot="2700000">
            <a:off x="10195560" y="4572000"/>
            <a:ext cx="731520" cy="310896"/>
          </a:xfrm>
          <a:prstGeom prst="ellipse">
            <a:avLst/>
          </a:prstGeom>
          <a:solidFill>
            <a:srgbClr val="EFF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75895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400" b="1">
                <a:solidFill>
                  <a:srgbClr val="AAD25F"/>
                </a:solidFill>
                <a:latin typeface="Aptos"/>
              </a:defRPr>
            </a:pPr>
            <a:r>
              <a:t>FERTILIZER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75895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97480"/>
            <a:ext cx="74066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Using Regularized 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337560"/>
            <a:ext cx="72237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D7E6DA"/>
                </a:solidFill>
                <a:latin typeface="Aptos"/>
              </a:defRPr>
            </a:pPr>
            <a:r>
              <a:t>A Machine Learning Approach for Data-Driven Agriculture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AAD25F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530352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Harshith Reddy  |  2520090114</a:t>
            </a:r>
            <a:endParaRPr lang="en-IN" dirty="0"/>
          </a:p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Sai Snehith           | 2520090149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73152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D7E6DA"/>
                </a:solidFill>
                <a:latin typeface="Aptos"/>
              </a:defRPr>
            </a:pPr>
            <a:r>
              <a:rPr dirty="0"/>
              <a:t>Guide: [</a:t>
            </a:r>
            <a:r>
              <a:rPr lang="en-IN" dirty="0"/>
              <a:t>Haritha</a:t>
            </a:r>
            <a:r>
              <a:rPr dirty="0"/>
              <a:t>]  •  [</a:t>
            </a:r>
            <a:r>
              <a:rPr lang="en-IN" dirty="0"/>
              <a:t>CSIT</a:t>
            </a:r>
            <a:r>
              <a:rPr dirty="0"/>
              <a:t>]  •  [</a:t>
            </a:r>
            <a:r>
              <a:rPr lang="en-IN" dirty="0"/>
              <a:t>KLH University</a:t>
            </a:r>
            <a:r>
              <a:rPr dirty="0"/>
              <a:t>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AAD25F"/>
                </a:solidFill>
                <a:latin typeface="Aptos"/>
              </a:defRPr>
            </a:pPr>
            <a:r>
              <a:t>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Fertilizers supply essential nutrients required for healthy plant growth.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Incorrect application can increase costs, reduce crop performance, and harm the environment.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Machine learning can identify patterns in agricultural data to support fertilizer decisions.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This project explores regularized logistic regression to classify fertilizer requirements from selected input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Fertilizer decisions are sometimes made using generalized advice or experience alone.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Excess application can contribute to nutrient runoff, soil degradation, and unnecessary expenses.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Insufficient application may limit crop growth and productivity.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Farmers and agricultural advisors need consistent, data-supported recommendations.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The model's usefulness depends on the quality and relevance of the training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Explore a practical application of machine learning in agriculture.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Support more informed and consistent fertilizer planning.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Demonstrate how data preprocessing and classification work together in a real-world problem.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Use regularization to help control model complexity and reduce overfitting.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Build a foundation that can later be extended into a farmer-facing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5544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302666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01  Analyze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3026664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Inspect agricultural features and target classes.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429000" cy="15544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581912"/>
            <a:ext cx="302666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578740"/>
                </a:solidFill>
                <a:latin typeface="Aptos"/>
              </a:defRPr>
            </a:pPr>
            <a:r>
              <a:t>02  Prepare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75688"/>
            <a:ext cx="3026664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Clean, encode, and transform input variables.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17320"/>
            <a:ext cx="3429000" cy="15544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22208" y="1581912"/>
            <a:ext cx="302666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03  Train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075688"/>
            <a:ext cx="3026664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Fit a regularized logistic regression classifier.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3429000" cy="15544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593592"/>
            <a:ext cx="302666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578740"/>
                </a:solidFill>
                <a:latin typeface="Aptos"/>
              </a:defRPr>
            </a:pPr>
            <a:r>
              <a:t>04  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087368"/>
            <a:ext cx="3026664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Measure generalization with suitable classification metrics.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429000"/>
            <a:ext cx="3429000" cy="15544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27448" y="3593592"/>
            <a:ext cx="302666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05  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087368"/>
            <a:ext cx="3026664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Return a fertilizer requirement class for new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Existing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Traditional approach: farmer experience, visual crop assessment, and general fertilizer guidance.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Some recommendations rely on periodic soil testing and expert consultation.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Limitations include delayed access to advice, inconsistent information, and limited use of historical data.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A generic recommendation may not reflect the exact soil, crop, or local conditions.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Machine learning can complement—not replace—soil testing and expert knowledge.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Load a labeled agricultural dataset and identify relevant input features.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Preprocess missing values, categorical variables, and numerical features as needed.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Train a logistic regression classifier with L1 or L2 regularization.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Evaluate the trained model on held-out test data.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Show the predicted fertilizer requirement category with appropriate limitations.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System Architecture / Block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298448"/>
            <a:ext cx="6309360" cy="557784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08960" y="1353312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C6942"/>
                </a:solidFill>
                <a:latin typeface="Aptos"/>
              </a:defRPr>
            </a:pPr>
            <a:r>
              <a:t>INPUT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353312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182B23"/>
                </a:solidFill>
                <a:latin typeface="Aptos"/>
              </a:defRPr>
            </a:pPr>
            <a:r>
              <a:t>Soil / crop / weather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837943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C694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057400"/>
            <a:ext cx="630936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112264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C6942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112264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182B23"/>
                </a:solidFill>
                <a:latin typeface="Aptos"/>
              </a:defRPr>
            </a:pPr>
            <a:r>
              <a:t>Cleaning • encoding •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9689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C694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816352"/>
            <a:ext cx="6309360" cy="557784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2871216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C6942"/>
                </a:solidFill>
                <a:latin typeface="Aptos"/>
              </a:defRPr>
            </a:pPr>
            <a:r>
              <a:t>FEATURE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871216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182B23"/>
                </a:solidFill>
                <a:latin typeface="Aptos"/>
              </a:defRPr>
            </a:pPr>
            <a:r>
              <a:t>Training and test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355848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C694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575303"/>
            <a:ext cx="6309360" cy="557784"/>
          </a:xfrm>
          <a:prstGeom prst="roundRect">
            <a:avLst/>
          </a:prstGeom>
          <a:solidFill>
            <a:srgbClr val="1C6942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0" y="3630168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ML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30168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Regularized logistic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114800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C694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4334256"/>
            <a:ext cx="6309360" cy="557784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0" y="438912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C6942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389120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182B23"/>
                </a:solidFill>
                <a:latin typeface="Aptos"/>
              </a:defRPr>
            </a:pPr>
            <a:r>
              <a:t>Accuracy • precision • recall • 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873752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500" b="1">
                <a:solidFill>
                  <a:srgbClr val="1C694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5093207"/>
            <a:ext cx="630936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5148071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1C694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148071"/>
            <a:ext cx="3977639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182B23"/>
                </a:solidFill>
                <a:latin typeface="Aptos"/>
              </a:defRPr>
            </a:pPr>
            <a:r>
              <a:t>Predicted requirement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2468880" cy="10058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1847088"/>
            <a:ext cx="475488" cy="475488"/>
          </a:xfrm>
          <a:prstGeom prst="ellipse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11095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865376"/>
            <a:ext cx="157276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500" b="1">
                <a:solidFill>
                  <a:srgbClr val="182B23"/>
                </a:solidFill>
                <a:latin typeface="Aptos"/>
              </a:defRPr>
            </a:pPr>
            <a:r>
              <a:t>Collect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468880" cy="10058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03320" y="1847088"/>
            <a:ext cx="475488" cy="475488"/>
          </a:xfrm>
          <a:prstGeom prst="ellipse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911095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865376"/>
            <a:ext cx="157276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500" b="1">
                <a:solidFill>
                  <a:srgbClr val="182B23"/>
                </a:solidFill>
                <a:latin typeface="Aptos"/>
              </a:defRPr>
            </a:pPr>
            <a:r>
              <a:t>Inspect and clean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645920"/>
            <a:ext cx="2468880" cy="10058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83680" y="1847088"/>
            <a:ext cx="475488" cy="475488"/>
          </a:xfrm>
          <a:prstGeom prst="ellipse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911095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1865376"/>
            <a:ext cx="157276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500" b="1">
                <a:solidFill>
                  <a:srgbClr val="182B23"/>
                </a:solidFill>
                <a:latin typeface="Aptos"/>
              </a:defRPr>
            </a:pPr>
            <a:r>
              <a:t>Encode / scale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645920"/>
            <a:ext cx="2468880" cy="10058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64040" y="1847088"/>
            <a:ext cx="475488" cy="475488"/>
          </a:xfrm>
          <a:prstGeom prst="ellipse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1911095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1" y="1865376"/>
            <a:ext cx="157276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500" b="1">
                <a:solidFill>
                  <a:srgbClr val="182B23"/>
                </a:solidFill>
                <a:latin typeface="Aptos"/>
              </a:defRPr>
            </a:pPr>
            <a:r>
              <a:t>Split train and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46120"/>
            <a:ext cx="2468880" cy="10058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" y="3447288"/>
            <a:ext cx="475488" cy="475488"/>
          </a:xfrm>
          <a:prstGeom prst="ellipse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511296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3465576"/>
            <a:ext cx="157276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500" b="1">
                <a:solidFill>
                  <a:srgbClr val="182B23"/>
                </a:solidFill>
                <a:latin typeface="Aptos"/>
              </a:defRPr>
            </a:pPr>
            <a:r>
              <a:t>Train regularized model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246120"/>
            <a:ext cx="2468880" cy="10058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703320" y="3447288"/>
            <a:ext cx="475488" cy="475488"/>
          </a:xfrm>
          <a:prstGeom prst="ellipse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03320" y="3511296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3465576"/>
            <a:ext cx="157276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500" b="1">
                <a:solidFill>
                  <a:srgbClr val="182B23"/>
                </a:solidFill>
                <a:latin typeface="Aptos"/>
              </a:defRPr>
            </a:pPr>
            <a:r>
              <a:t>Evaluate performance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246120"/>
            <a:ext cx="2468880" cy="10058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83680" y="3447288"/>
            <a:ext cx="475488" cy="475488"/>
          </a:xfrm>
          <a:prstGeom prst="ellipse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3511296"/>
            <a:ext cx="47548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3465576"/>
            <a:ext cx="1572768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>
              <a:defRPr sz="1500" b="1">
                <a:solidFill>
                  <a:srgbClr val="182B23"/>
                </a:solidFill>
                <a:latin typeface="Aptos"/>
              </a:defRPr>
            </a:pPr>
            <a:r>
              <a:t>Predict and present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5C6962"/>
                </a:solidFill>
                <a:latin typeface="Aptos"/>
              </a:defRPr>
            </a:pPr>
            <a:r>
              <a:t>Use a stratified split when appropriate and keep all preprocessing inside the training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25880"/>
            <a:ext cx="34747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82B23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5720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5C6962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75688"/>
            <a:ext cx="34747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82B23"/>
                </a:solidFill>
                <a:latin typeface="Aptos"/>
              </a:defRPr>
            </a:pPr>
            <a:r>
              <a:t>Google Colab / Jupyter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75688"/>
            <a:ext cx="45720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5C6962"/>
                </a:solidFill>
                <a:latin typeface="Aptos"/>
              </a:defRPr>
            </a:pPr>
            <a:r>
              <a:t>Interactive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25496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25496"/>
            <a:ext cx="34747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82B23"/>
                </a:solidFill>
                <a:latin typeface="Aptos"/>
              </a:defRPr>
            </a:pPr>
            <a:r>
              <a:t>Pandas • 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25496"/>
            <a:ext cx="45720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5C6962"/>
                </a:solidFill>
                <a:latin typeface="Aptos"/>
              </a:defRPr>
            </a:pPr>
            <a:r>
              <a:t>Cleaning and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75304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75304"/>
            <a:ext cx="34747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82B23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75304"/>
            <a:ext cx="45720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5C6962"/>
                </a:solidFill>
                <a:latin typeface="Aptos"/>
              </a:defRPr>
            </a:pPr>
            <a:r>
              <a:t>Pipeline, logistic regression,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25112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325112"/>
            <a:ext cx="34747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82B23"/>
                </a:solidFill>
                <a:latin typeface="Aptos"/>
              </a:defRPr>
            </a:pPr>
            <a:r>
              <a:t>Matplotlib • Seaborn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25112"/>
            <a:ext cx="45720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5C6962"/>
                </a:solidFill>
                <a:latin typeface="Aptos"/>
              </a:defRPr>
            </a:pPr>
            <a:r>
              <a:t>Confusion matrix and comparisons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Optional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074920"/>
            <a:ext cx="34747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82B23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74920"/>
            <a:ext cx="45720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5C6962"/>
                </a:solidFill>
                <a:latin typeface="Aptos"/>
              </a:defRPr>
            </a:pPr>
            <a:r>
              <a:t>Simple prediction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System Modules /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10972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7640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9967"/>
            <a:ext cx="4764024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Load the labeled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5166360" cy="10972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536192"/>
            <a:ext cx="47640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029967"/>
            <a:ext cx="4764024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Handle missing data and encode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5166360" cy="10972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953512"/>
            <a:ext cx="47640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47287"/>
            <a:ext cx="4764024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Select and transform model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88920"/>
            <a:ext cx="5166360" cy="10972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2953512"/>
            <a:ext cx="47640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447287"/>
            <a:ext cx="4764024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Fit logistic regression with regularization.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06240"/>
            <a:ext cx="5166360" cy="10972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4370831"/>
            <a:ext cx="47640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864607"/>
            <a:ext cx="4764024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Generate class predictions for new records.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206240"/>
            <a:ext cx="5166360" cy="10972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4370831"/>
            <a:ext cx="476402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Evaluation &amp;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4864607"/>
            <a:ext cx="4764024" cy="2926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Report metrics, plots, and sample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Import pandas, NumPy, and scikit-learn libraries.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Read the dataset and inspect its columns, data types, and class distribution.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Separate target labels from predictor features.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Create a preprocessing pipeline and train/test split.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Fit LogisticRegression with a selected regularization setting.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Generate predictions, calculate metrics, and save screenshots of real outputs.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Dataset / Input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297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POTENTIAL INPUT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754880" cy="320040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Soil pH and nutrient levels (N, P, K)</a:t>
            </a:r>
          </a:p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Crop type and soil type</a:t>
            </a:r>
          </a:p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Soil moisture, temperature, and rainfall</a:t>
            </a:r>
          </a:p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Other fields available in the selected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1732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1C6942"/>
                </a:solidFill>
                <a:latin typeface="Aptos"/>
              </a:defRPr>
            </a:pPr>
            <a:r>
              <a:t>DATASET DETAILS TO INSERT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4937760" cy="320040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Dataset name and source</a:t>
            </a:r>
          </a:p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Total records and feature count</a:t>
            </a:r>
          </a:p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Target variable and class labels</a:t>
            </a:r>
          </a:p>
          <a:p>
            <a:pPr>
              <a:spcAft>
                <a:spcPts val="1000"/>
              </a:spcAft>
              <a:defRPr sz="1700">
                <a:solidFill>
                  <a:srgbClr val="182B23"/>
                </a:solidFill>
                <a:latin typeface="Aptos"/>
              </a:defRPr>
            </a:pPr>
            <a:r>
              <a:t>Missing-value handling and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3327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5C6962"/>
                </a:solidFill>
                <a:latin typeface="Aptos"/>
              </a:defRPr>
            </a:pPr>
            <a:r>
              <a:t>Use only features actually present in your dataset; do not claim fields that are absent.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Algorithm /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3383280" cy="19202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29809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75688"/>
            <a:ext cx="2980944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Estimates class probabilities using a logistic function; supports binary and multiclass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9202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29809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Why regularize?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75688"/>
            <a:ext cx="2980944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Penalizes large coefficients to reduce model complexity and help limit overfitting.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383280" cy="192024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581912"/>
            <a:ext cx="2980944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Key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75688"/>
            <a:ext cx="2980944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C, penalty (L1/L2), solver, max_iter, and multiclass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82B23"/>
                </a:solidFill>
                <a:latin typeface="Aptos"/>
              </a:defRPr>
            </a:pPr>
            <a:r>
              <a:t>Model selection should be based on validation performance—not training accuracy alone.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5C6962"/>
                </a:solidFill>
                <a:latin typeface="Aptos"/>
              </a:defRPr>
            </a:pPr>
            <a:r>
              <a:t>For multiclass labels, use a compatible solver and scikit-learn configuration.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Results and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20640" cy="105156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4718303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Overall proportion of correct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120640" cy="105156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1581912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075688"/>
            <a:ext cx="4718303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How many predicted positives are correct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5120640" cy="105156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999232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93008"/>
            <a:ext cx="4718303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How many actual positives are identified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34640"/>
            <a:ext cx="5120640" cy="105156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2999232"/>
            <a:ext cx="4718303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1C6942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493008"/>
            <a:ext cx="4718303" cy="2468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Harmonic mean of precision and 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5943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C6942"/>
                </a:solidFill>
                <a:latin typeface="Aptos"/>
              </a:defRPr>
            </a:pPr>
            <a:r>
              <a:t>INSERT YOUR MEASURED TEST RESULTS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98755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182B23"/>
                </a:solidFill>
                <a:latin typeface="Aptos"/>
              </a:defRPr>
            </a:pPr>
            <a:r>
              <a:rPr dirty="0"/>
              <a:t>Accuracy: ____   Precision: ____   Recall: ____   F1-score: 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5C6962"/>
                </a:solidFill>
                <a:latin typeface="Aptos"/>
              </a:defRPr>
            </a:pPr>
            <a:r>
              <a:t>Recommended visuals: confusion matrix, class-wise report, and baseline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Screenshots /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10424160" cy="6400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C6942"/>
                </a:solidFill>
                <a:latin typeface="Aptos"/>
              </a:defRPr>
            </a:pPr>
            <a:r>
              <a:t>01  Dataset preview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44752"/>
            <a:ext cx="7223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Show the first rows and column names.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185415"/>
            <a:ext cx="10424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304287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C6942"/>
                </a:solidFill>
                <a:latin typeface="Aptos"/>
              </a:defRPr>
            </a:pPr>
            <a:r>
              <a:t>02 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04287"/>
            <a:ext cx="7223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Show transformed features and train/test split.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44952"/>
            <a:ext cx="10424160" cy="6400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163824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C6942"/>
                </a:solidFill>
                <a:latin typeface="Aptos"/>
              </a:defRPr>
            </a:pPr>
            <a:r>
              <a:t>03  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63824"/>
            <a:ext cx="7223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Show the notebook cell that fits the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04487"/>
            <a:ext cx="104241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59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C6942"/>
                </a:solidFill>
                <a:latin typeface="Aptos"/>
              </a:defRPr>
            </a:pPr>
            <a:r>
              <a:t>04 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23359"/>
            <a:ext cx="7223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Show the real classification report and confusion matrix.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64024"/>
            <a:ext cx="10424160" cy="640080"/>
          </a:xfrm>
          <a:prstGeom prst="roundRect">
            <a:avLst/>
          </a:prstGeom>
          <a:solidFill>
            <a:srgbClr val="EFF7EB"/>
          </a:solidFill>
          <a:ln>
            <a:solidFill>
              <a:srgbClr val="DCE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882896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1C6942"/>
                </a:solidFill>
                <a:latin typeface="Aptos"/>
              </a:defRPr>
            </a:pPr>
            <a:r>
              <a:t>05 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882896"/>
            <a:ext cx="72237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182B23"/>
                </a:solidFill>
                <a:latin typeface="Aptos"/>
              </a:defRPr>
            </a:pPr>
            <a:r>
              <a:t>Show one sample input and predicted class.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F39130F-BD54-0360-8F96-8C99C2A64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9014"/>
            <a:ext cx="12191695" cy="56891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Offers consistent, repeatable predictions from structured data.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Can classify multiple fertilizer requirement categories when trained with suitable labels.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Regularization can help reduce overfitting.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Built with accessible, open-source Python libraries.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Can be extended with a simple web interface and updated data.</a:t>
            </a:r>
          </a:p>
          <a:p>
            <a:pPr>
              <a:spcAft>
                <a:spcPts val="1400"/>
              </a:spcAft>
              <a:defRPr sz="2000">
                <a:solidFill>
                  <a:srgbClr val="182B23"/>
                </a:solidFill>
                <a:latin typeface="Aptos"/>
              </a:defRPr>
            </a:pPr>
            <a:r>
              <a:t>Supports decisions but should be used alongside soil testing and expert guidance.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28346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C6942"/>
                </a:solidFill>
                <a:latin typeface="Aptos"/>
              </a:defRPr>
            </a:pPr>
            <a:r>
              <a:t>Precision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298448"/>
            <a:ext cx="7132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182B23"/>
                </a:solidFill>
                <a:latin typeface="Aptos"/>
              </a:defRPr>
            </a:pPr>
            <a:r>
              <a:t>Support nutrient planning using soil and crop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28346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C6942"/>
                </a:solidFill>
                <a:latin typeface="Aptos"/>
              </a:defRPr>
            </a:pPr>
            <a:r>
              <a:t>Farm advisory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176272"/>
            <a:ext cx="7132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182B23"/>
                </a:solidFill>
                <a:latin typeface="Aptos"/>
              </a:defRPr>
            </a:pPr>
            <a:r>
              <a:t>Provide a preliminary data-driven class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54096"/>
            <a:ext cx="28346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C6942"/>
                </a:solidFill>
                <a:latin typeface="Aptos"/>
              </a:defRPr>
            </a:pPr>
            <a:r>
              <a:t>Agricultural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054096"/>
            <a:ext cx="7132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182B23"/>
                </a:solidFill>
                <a:latin typeface="Aptos"/>
              </a:defRPr>
            </a:pPr>
            <a:r>
              <a:t>Compare model behavior across datasets and regions.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8346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C6942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931920"/>
            <a:ext cx="7132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182B23"/>
                </a:solidFill>
                <a:latin typeface="Aptos"/>
              </a:defRPr>
            </a:pPr>
            <a:r>
              <a:t>Demonstrate an end-to-end supervised ML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9744"/>
            <a:ext cx="28346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1">
                <a:solidFill>
                  <a:srgbClr val="1C6942"/>
                </a:solidFill>
                <a:latin typeface="Aptos"/>
              </a:defRPr>
            </a:pPr>
            <a:r>
              <a:t>Digital farming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809744"/>
            <a:ext cx="71323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182B23"/>
                </a:solidFill>
                <a:latin typeface="Aptos"/>
              </a:defRPr>
            </a:pPr>
            <a:r>
              <a:t>Potential integration into farm-management applications.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Results depend on data quality, label accuracy, and class balance.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A dataset from one region may not generalize to another.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Logistic regression may miss complex nonlinear relationships.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Incorrect soil measurements or unseen crop conditions can reduce reliability.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The model predicts learned classes; it does not independently determine a scientifically validated fertilizer dose.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Real deployment requires field validation and agronomic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800" b="1">
                <a:solidFill>
                  <a:srgbClr val="1C6942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AAD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5C6962"/>
                </a:solidFill>
                <a:latin typeface="Aptos"/>
              </a:defRPr>
            </a:pPr>
            <a:r>
              <a:t>FERTILIZER REQUIREMENT PREDICTION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94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1C694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 lIns="45720" bIns="18288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Expand training data across crops, seasons, and geographic regions.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Compare against Random Forest, gradient boosting, and other suitable models.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Add soil-test report upload and a mobile-friendly interface.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Integrate weather and crop-stage information when reliable data are available.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Provide confidence estimates and explanations for predictions.</a:t>
            </a:r>
          </a:p>
          <a:p>
            <a:pPr>
              <a:spcAft>
                <a:spcPts val="1400"/>
              </a:spcAft>
              <a:defRPr sz="1900">
                <a:solidFill>
                  <a:srgbClr val="182B23"/>
                </a:solidFill>
                <a:latin typeface="Aptos"/>
              </a:defRPr>
            </a:pPr>
            <a:r>
              <a:t>Deploy as a cloud-based advisory tool after field validation.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AAD25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Machine learning for</a:t>
            </a:r>
            <a:br/>
            <a:r>
              <a:t>more informed fertilizer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98755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000" b="0">
                <a:solidFill>
                  <a:srgbClr val="DCE8DE"/>
                </a:solidFill>
                <a:latin typeface="Aptos"/>
              </a:defRPr>
            </a:pPr>
            <a:r>
              <a:t>This project demonstrates an end-to-end workflow: data preparation, regularized logistic regression, evaluation, and fertilizer requirement classification.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AAD25F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29200"/>
            <a:ext cx="99669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Reliable results require suitable data, honest evaluation, and validation with agricultural expertise.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5486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AAD25F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1339</Words>
  <Application>Microsoft Office PowerPoint</Application>
  <PresentationFormat>Widescreen</PresentationFormat>
  <Paragraphs>242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 reddy</cp:lastModifiedBy>
  <cp:revision>2</cp:revision>
  <dcterms:created xsi:type="dcterms:W3CDTF">2013-01-27T09:14:16Z</dcterms:created>
  <dcterms:modified xsi:type="dcterms:W3CDTF">2026-10-14T05:37:22Z</dcterms:modified>
  <cp:category/>
</cp:coreProperties>
</file>